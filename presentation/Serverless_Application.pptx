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1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96925"/>
            <a:ext cx="7772400" cy="2803525"/>
          </a:xfrm>
        </p:spPr>
        <p:txBody>
          <a:bodyPr>
            <a:normAutofit/>
          </a:bodyPr>
          <a:lstStyle/>
          <a:p>
            <a:pPr algn="ctr"/>
            <a:r>
              <a:rPr sz="3600"/>
              <a:t>Serverless Image Labeling </a:t>
            </a:r>
            <a:r>
              <a:rPr sz="3200"/>
              <a:t>&amp;</a:t>
            </a:r>
            <a:r>
              <a:rPr sz="3600"/>
              <a:t> Retrieval Application</a:t>
            </a:r>
            <a:br>
              <a:rPr sz="4000"/>
            </a:br>
            <a:br>
              <a:rPr sz="4000"/>
            </a:br>
            <a:r>
              <a:rPr lang="en-US" sz="2400" b="1"/>
              <a:t>Prepared by: Team4</a:t>
            </a:r>
            <a:endParaRPr lang="en-US" sz="2400"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400"/>
              <a:t>Highly Available, Multi-Region, Serverless AWS Architecture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Architecture Overview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Global entry point via Amazon CloudFront (HTTPS)</a:t>
            </a:r>
            <a:endParaRPr sz="2400"/>
          </a:p>
          <a:p>
            <a:r>
              <a:rPr sz="2400"/>
              <a:t>Static frontend hosted on Amazon S3</a:t>
            </a:r>
            <a:endParaRPr sz="2400"/>
          </a:p>
          <a:p>
            <a:r>
              <a:rPr sz="2400"/>
              <a:t>API Gateway exposes backend APIs</a:t>
            </a:r>
            <a:endParaRPr sz="2400"/>
          </a:p>
          <a:p>
            <a:r>
              <a:rPr sz="2400"/>
              <a:t>Amazon Cognito provides authentication &amp; JWT tokens</a:t>
            </a:r>
            <a:endParaRPr sz="2400"/>
          </a:p>
          <a:p>
            <a:r>
              <a:rPr sz="2400"/>
              <a:t>AWS Lambda handles application logic</a:t>
            </a:r>
            <a:endParaRPr sz="2400"/>
          </a:p>
          <a:p>
            <a:r>
              <a:rPr sz="2400"/>
              <a:t>Amazon RDS (Multi-AZ) stores image metadata</a:t>
            </a:r>
            <a:endParaRPr sz="2400"/>
          </a:p>
          <a:p>
            <a:r>
              <a:rPr sz="2400"/>
              <a:t>Amazon Rekognition analyzes uploaded </a:t>
            </a:r>
            <a:r>
              <a:rPr sz="2400"/>
              <a:t>images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Architecture</a:t>
            </a:r>
            <a:endParaRPr lang="en-US" sz="2800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8320" y="1600200"/>
            <a:ext cx="808609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End-to-End User Workflow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User accesses website via CloudFront</a:t>
            </a:r>
            <a:endParaRPr sz="2400"/>
          </a:p>
          <a:p>
            <a:r>
              <a:rPr sz="2400"/>
              <a:t>User authenticates with Cognito</a:t>
            </a:r>
            <a:endParaRPr sz="2400"/>
          </a:p>
          <a:p>
            <a:r>
              <a:rPr sz="2400"/>
              <a:t>Frontend requests pre-signed S3 upload URL</a:t>
            </a:r>
            <a:endParaRPr sz="2400"/>
          </a:p>
          <a:p>
            <a:r>
              <a:rPr sz="2400"/>
              <a:t>Image uploaded directly to S3</a:t>
            </a:r>
            <a:endParaRPr sz="2400"/>
          </a:p>
          <a:p>
            <a:r>
              <a:rPr sz="2400"/>
              <a:t>Lambda triggers Rekognition analysis</a:t>
            </a:r>
            <a:endParaRPr sz="2400"/>
          </a:p>
          <a:p>
            <a:r>
              <a:rPr sz="2400"/>
              <a:t>Metadata stored in Amazon RDS</a:t>
            </a:r>
            <a:endParaRPr sz="2400"/>
          </a:p>
          <a:p>
            <a:r>
              <a:rPr sz="2400"/>
              <a:t>User retrieves images &amp; labels via API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HA</a:t>
            </a:r>
            <a:r>
              <a:rPr lang="en-US" sz="2800"/>
              <a:t> </a:t>
            </a:r>
            <a:r>
              <a:rPr sz="2800"/>
              <a:t>&amp; DR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Amazon RDS Multi-AZ for AZ-level fault tolerance</a:t>
            </a:r>
            <a:endParaRPr sz="2400"/>
          </a:p>
          <a:p>
            <a:r>
              <a:rPr sz="2400"/>
              <a:t>Cross-region RDS Read Replica for DR</a:t>
            </a:r>
            <a:endParaRPr sz="2400"/>
          </a:p>
          <a:p>
            <a:r>
              <a:rPr sz="2400"/>
              <a:t>CloudFront Origin Groups handle regional failover</a:t>
            </a:r>
            <a:endParaRPr sz="2400"/>
          </a:p>
          <a:p>
            <a:r>
              <a:rPr sz="2400"/>
              <a:t>Primary &amp; DR regions host identical stacks</a:t>
            </a:r>
            <a:endParaRPr sz="2400"/>
          </a:p>
          <a:p>
            <a:r>
              <a:rPr sz="2400"/>
              <a:t>Automatic failover without DNS propagation delay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Why Serverless Architecture?</a:t>
            </a:r>
            <a:endParaRPr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/>
              <a:t>No server management</a:t>
            </a:r>
            <a:endParaRPr sz="2400"/>
          </a:p>
          <a:p>
            <a:r>
              <a:rPr sz="2400"/>
              <a:t>Built-in scalability</a:t>
            </a:r>
            <a:endParaRPr sz="2400"/>
          </a:p>
          <a:p>
            <a:r>
              <a:rPr sz="2400"/>
              <a:t>Pay-per-use cost model</a:t>
            </a:r>
            <a:endParaRPr sz="2400"/>
          </a:p>
          <a:p>
            <a:r>
              <a:rPr sz="2400"/>
              <a:t>High availability by design</a:t>
            </a:r>
            <a:endParaRPr sz="2400"/>
          </a:p>
          <a:p>
            <a:r>
              <a:rPr sz="2400"/>
              <a:t>Strong security boundaries</a:t>
            </a:r>
            <a:endParaRPr sz="2400"/>
          </a:p>
          <a:p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1087</Words>
  <Application>WPS Presentation</Application>
  <PresentationFormat>On-screen Show (4:3)</PresentationFormat>
  <Paragraphs>46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Serverless Image Labeling &amp; Retrieval Application</vt:lpstr>
      <vt:lpstr>Architecture Overview</vt:lpstr>
      <vt:lpstr>PowerPoint 演示文稿</vt:lpstr>
      <vt:lpstr>End-to-End User Workflow</vt:lpstr>
      <vt:lpstr>High Availability &amp; Disaster Recovery</vt:lpstr>
      <vt:lpstr>Why Serverless Architecture?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Dagim Degenie</cp:lastModifiedBy>
  <cp:revision>4</cp:revision>
  <dcterms:created xsi:type="dcterms:W3CDTF">2013-01-27T09:14:00Z</dcterms:created>
  <dcterms:modified xsi:type="dcterms:W3CDTF">2026-01-30T23:14:32Z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080E8B9FC2EC4EC38CCDBE69D22B14F0_13</vt:lpwstr>
  </property>
  <property fmtid="{D5CDD505-2E9C-101B-9397-08002B2CF9AE}" pid="3" name="KSOProductBuildVer">
    <vt:lpwstr>1033-12.2.0.23196</vt:lpwstr>
  </property>
</Properties>
</file>